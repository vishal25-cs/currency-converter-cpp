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91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57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83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7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1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7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22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77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1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366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33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5085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957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077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26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8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Currency Converter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r>
              <a:t>Programming Fundamentals (CT-175)</a:t>
            </a:r>
          </a:p>
          <a:p>
            <a:endParaRPr/>
          </a:p>
          <a:p>
            <a:r>
              <a:t>Group Name: ZenCoders</a:t>
            </a:r>
          </a:p>
          <a:p>
            <a:r>
              <a:t>Members: Muhammad Tayyab Khan, Muhammad Ayaan, Vishal Kumar</a:t>
            </a:r>
          </a:p>
          <a:p>
            <a:r>
              <a:t>Teachers: Sir Abdullah, Sir Furqan Hussain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 currency converter is a program that converts one country's currency into another.</a:t>
            </a:r>
          </a:p>
          <a:p>
            <a:r>
              <a:t>This project automates conversion using fixed exchange rates stored in a file.</a:t>
            </a:r>
          </a:p>
          <a:p>
            <a:r>
              <a:t>It demonstrates C language concepts like file handling, structs, and loops.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Automate the process of currency conversion using data-driven logic.</a:t>
            </a:r>
          </a:p>
          <a:p>
            <a:r>
              <a:t>Implement structured storage using C structs.</a:t>
            </a:r>
          </a:p>
          <a:p>
            <a:r>
              <a:t>Read and manage currency data from external text files (rates.txt).</a:t>
            </a:r>
          </a:p>
          <a:p>
            <a:r>
              <a:t>Demonstrate scalability through base-USD conversion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 Used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Structs: to organize data efficiently.</a:t>
            </a:r>
          </a:p>
          <a:p>
            <a:r>
              <a:t>File Handling: fopen(), fscanf(), fclose() for reading currency data.</a:t>
            </a:r>
          </a:p>
          <a:p>
            <a:r>
              <a:t>String Handling: toupper(), strcmp() for input management.</a:t>
            </a:r>
          </a:p>
          <a:p>
            <a:r>
              <a:t>Loops and Conditionals: for program flow and error handling.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Loads over 180 currencies from rates.txt file.</a:t>
            </a:r>
          </a:p>
          <a:p>
            <a:r>
              <a:t>Displays a menu with options to Convert, List, or Exit.</a:t>
            </a:r>
          </a:p>
          <a:p>
            <a:r>
              <a:t>Uses base-USD logic: converts PKR→USD→EUR for any pair.</a:t>
            </a:r>
          </a:p>
          <a:p>
            <a:r>
              <a:t>Handles invalid inputs and displays clear error messages.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Flow /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Start program</a:t>
            </a:r>
          </a:p>
          <a:p>
            <a:r>
              <a:t>2. Load currency data from rates.txt</a:t>
            </a:r>
          </a:p>
          <a:p>
            <a:r>
              <a:t>3. Display menu options to user</a:t>
            </a:r>
          </a:p>
          <a:p>
            <a:r>
              <a:t>4. Perform selected operation (Convert/List/Exit)</a:t>
            </a:r>
          </a:p>
          <a:p>
            <a:r>
              <a:t>5. Use base-USD logic for conversion</a:t>
            </a:r>
          </a:p>
          <a:p>
            <a:r>
              <a:t>6. Display result</a:t>
            </a:r>
          </a:p>
          <a:p>
            <a:r>
              <a:t>7. Repeat until Exit is chosen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Main functions: struct Currency, file reading, menu loop.</a:t>
            </a:r>
          </a:p>
          <a:p>
            <a:r>
              <a:t>Conversion formula: amount / from_rate * to_rate.</a:t>
            </a:r>
          </a:p>
          <a:p>
            <a:r>
              <a:t>Error handling ensures valid numeric and currency inputs.</a:t>
            </a:r>
          </a:p>
          <a:p>
            <a:r>
              <a:t>Uppercase conversion allows flexible user input (e.g., pkr, PKR).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rates.txt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Contains currency codes, names, and rates relative to USD.</a:t>
            </a:r>
          </a:p>
          <a:p>
            <a:r>
              <a:t>Example entries:</a:t>
            </a:r>
          </a:p>
          <a:p>
            <a:r>
              <a:t>USD,US Dollar,1.0</a:t>
            </a:r>
          </a:p>
          <a:p>
            <a:r>
              <a:t>PKR,Pakistani Rupee,280.90</a:t>
            </a:r>
          </a:p>
          <a:p>
            <a:r>
              <a:t>EUR,Euro,0.86</a:t>
            </a:r>
          </a:p>
          <a:p>
            <a:r>
              <a:t>Rates can be updated anytime without recompiling the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Menu-driven console interface.</a:t>
            </a:r>
          </a:p>
          <a:p>
            <a:r>
              <a:t>Displays conversion results such as:</a:t>
            </a:r>
          </a:p>
          <a:p>
            <a:r>
              <a:t>280.90 PKR = 1.00 USD</a:t>
            </a:r>
          </a:p>
          <a:p>
            <a:r>
              <a:t>1 USD = 0.86 EUR</a:t>
            </a:r>
          </a:p>
          <a:p>
            <a:r>
              <a:t>Includes options to perform multiple conversions or list currencies.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Add a Graphical User Interface (GUI) using GTK+ or Tkinter.</a:t>
            </a:r>
          </a:p>
          <a:p>
            <a:r>
              <a:t>Fetch live exchange rates using APIs (libcurl).</a:t>
            </a:r>
          </a:p>
          <a:p>
            <a:r>
              <a:t>Enhance input validation and error handling.</a:t>
            </a:r>
          </a:p>
          <a:p>
            <a:r>
              <a:t>Allow dynamic currency addition or removal.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Operating System: Windows 10 or later.</a:t>
            </a:r>
          </a:p>
          <a:p>
            <a:r>
              <a:t>Compiler: Turbo C / Code::Blocks / Dev C++.</a:t>
            </a:r>
          </a:p>
          <a:p>
            <a:r>
              <a:t>File: rates.txt must be in the same directory as the program.</a:t>
            </a:r>
          </a:p>
          <a:p>
            <a:r>
              <a:t>RAM: Minimum 2 GB, Processor: 1.8 GHz or higher.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This project demonstrates practical understanding of C programming fundamentals.</a:t>
            </a:r>
          </a:p>
          <a:p>
            <a:r>
              <a:t>It shows data structuring, file handling, and logical design.</a:t>
            </a:r>
          </a:p>
          <a:p>
            <a:r>
              <a:t>The ZenCoders team achieved a scalable and user-friendly solution.</a:t>
            </a:r>
          </a:p>
          <a:p>
            <a:r>
              <a:t>Concepts learned will aid in future real-world software development.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Presented by: ZenCoders</a:t>
            </a:r>
          </a:p>
          <a:p>
            <a:r>
              <a:t>Muhammad Tayyab Khan | Muhammad Ayaan | Vishal Kumar</a:t>
            </a:r>
          </a:p>
          <a:p>
            <a:r>
              <a:t>Course: Programming Fundamentals (CT-175)</a:t>
            </a:r>
          </a:p>
          <a:p>
            <a:r>
              <a:t>Teachers: Sir Abdullah &amp; Sir Furqan Hussain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555</Words>
  <Application>Microsoft Office PowerPoint</Application>
  <PresentationFormat>On-screen Show (4:3)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Currency Converter Project</vt:lpstr>
      <vt:lpstr>Introduction</vt:lpstr>
      <vt:lpstr>Objectives</vt:lpstr>
      <vt:lpstr>Key Concepts Used in C</vt:lpstr>
      <vt:lpstr>Program Working</vt:lpstr>
      <vt:lpstr>Program Flow / Algorithm</vt:lpstr>
      <vt:lpstr>Code Explanation</vt:lpstr>
      <vt:lpstr>rates.txt File</vt:lpstr>
      <vt:lpstr>Program Output</vt:lpstr>
      <vt:lpstr>Improvements &amp; Future Work</vt:lpstr>
      <vt:lpstr>System Requirements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kumar</cp:lastModifiedBy>
  <cp:revision>2</cp:revision>
  <dcterms:created xsi:type="dcterms:W3CDTF">2013-01-27T09:14:16Z</dcterms:created>
  <dcterms:modified xsi:type="dcterms:W3CDTF">2025-11-10T17:17:35Z</dcterms:modified>
  <cp:category/>
</cp:coreProperties>
</file>